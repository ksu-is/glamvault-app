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4"/>
  </p:normalViewPr>
  <p:slideViewPr>
    <p:cSldViewPr snapToGrid="0" snapToObjects="1">
      <p:cViewPr varScale="1">
        <p:scale>
          <a:sx n="88" d="100"/>
          <a:sy n="88" d="100"/>
        </p:scale>
        <p:origin x="176" y="4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1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0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1340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32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0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2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0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59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156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85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1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336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BA4FDDF-F59C-428B-8603-3A86D7593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D6221B-8255-EE32-CA1A-2EE6ECFA39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18" b="12312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97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mVault" id="{5E2EABBF-7270-6444-8A05-9F5D14E51BA9}" vid="{8E917E77-CFE5-5843-869B-43948B4C6BE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Grandview Display</vt:lpstr>
      <vt:lpstr>DashVTI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Kaylah Robinson</cp:lastModifiedBy>
  <cp:revision>2</cp:revision>
  <dcterms:created xsi:type="dcterms:W3CDTF">2013-01-27T09:14:16Z</dcterms:created>
  <dcterms:modified xsi:type="dcterms:W3CDTF">2026-04-27T22:44:12Z</dcterms:modified>
  <cp:category/>
</cp:coreProperties>
</file>